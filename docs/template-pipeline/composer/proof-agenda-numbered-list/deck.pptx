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731520"/>
            <a:ext cx="10667733" cy="590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02" y="1450772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systems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02" y="1900352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02" y="2349932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runs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02" y="2799512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taxes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02" y="3249092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audits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02" y="3698672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hiring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agenda numbered-list</dc:title>
  <dc:subject>PptxGenJS Presentation</dc:subject>
  <dc:creator>PptxGenJS</dc:creator>
  <cp:lastModifiedBy>PptxGenJS</cp:lastModifiedBy>
  <cp:revision>1</cp:revision>
  <dcterms:created xsi:type="dcterms:W3CDTF">2026-10-27T18:11:30Z</dcterms:created>
  <dcterms:modified xsi:type="dcterms:W3CDTF">2026-10-27T18:11:30Z</dcterms:modified>
</cp:coreProperties>
</file>