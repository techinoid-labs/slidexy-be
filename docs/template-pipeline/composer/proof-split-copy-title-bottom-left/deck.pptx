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3200400"/>
            <a:ext cx="5943451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3400" dirty="0"/>
          </a:p>
        </p:txBody>
      </p:sp>
      <p:pic>
        <p:nvPicPr>
          <p:cNvPr id="4" name="Image 0" descr="C:\Users\SP Grid\Desktop\Techinoid\Slidexy-BE\generated-templates\photos\composer\proof\landscape-01.jpg">    </p:cNvPr>
          <p:cNvPicPr>
            <a:picLocks noChangeAspect="1"/>
          </p:cNvPicPr>
          <p:nvPr/>
        </p:nvPicPr>
        <p:blipFill>
          <a:blip r:embed="rId1"/>
          <a:srcRect l="17417" r="17417" t="0" b="0"/>
          <a:stretch/>
        </p:blipFill>
        <p:spPr>
          <a:xfrm>
            <a:off x="5486263" y="0"/>
            <a:ext cx="6705432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" y="4352468"/>
            <a:ext cx="5943451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payroll, tax filings, and compliance for growing teams so founders spend less time on spreadsheets and more on people.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26" y="5018227"/>
            <a:ext cx="5943451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bullet point under eighty characters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26" y="5429707"/>
            <a:ext cx="5943451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bullet point under eighty characters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26" y="5841187"/>
            <a:ext cx="5943451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bullet point under eighty characters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2" name="Shape 9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split-copy title-bottom-left</dc:title>
  <dc:subject>PptxGenJS Presentation</dc:subject>
  <dc:creator>PptxGenJS</dc:creator>
  <cp:lastModifiedBy>PptxGenJS</cp:lastModifiedBy>
  <cp:revision>1</cp:revision>
  <dcterms:created xsi:type="dcterms:W3CDTF">2026-10-27T18:12:09Z</dcterms:created>
  <dcterms:modified xsi:type="dcterms:W3CDTF">2026-10-27T18:12:09Z</dcterms:modified>
</cp:coreProperties>
</file>