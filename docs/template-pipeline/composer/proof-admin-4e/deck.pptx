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pic>
        <p:nvPicPr>
          <p:cNvPr id="3" name="Image 0" descr="C:\Users\SP Grid\Desktop\Techinoid\Slidexy-BE\generated-templates\photos\composer\swiftpay-solutions\photo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7829" y="0"/>
            <a:ext cx="5333867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5" name="Text 2"/>
          <p:cNvSpPr/>
          <p:nvPr/>
        </p:nvSpPr>
        <p:spPr>
          <a:xfrm>
            <a:off x="548626" y="548640"/>
            <a:ext cx="5791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PAYROLL PARTNER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548626" y="943051"/>
            <a:ext cx="5791055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SwiftPay Solutions: Payroll, Simplified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548626" y="2846222"/>
            <a:ext cx="5791055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businesses with seamless and accurate payroll management, fostering financial peace of mind.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731520"/>
            <a:ext cx="5333867" cy="51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SwiftPay Solutions</a:t>
            </a:r>
            <a:endParaRPr lang="en-US" sz="3400" dirty="0"/>
          </a:p>
        </p:txBody>
      </p:sp>
      <p:pic>
        <p:nvPicPr>
          <p:cNvPr id="4" name="Image 0" descr="C:\Users\SP Grid\Desktop\Techinoid\Slidexy-BE\generated-templates\photos\composer\swiftpay-solutions\photo-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263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48" y="1461211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dedicated to providing reliable and efficient payroll services, allowing you to focus on growing your business.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6095848" y="217246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payroll 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5848" y="2603754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compliance management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5848" y="3035046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client support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731520"/>
            <a:ext cx="5333867" cy="51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Payroll Headache</a:t>
            </a:r>
            <a:endParaRPr lang="en-US" sz="3400" dirty="0"/>
          </a:p>
        </p:txBody>
      </p:sp>
      <p:pic>
        <p:nvPicPr>
          <p:cNvPr id="4" name="Image 0" descr="C:\Users\SP Grid\Desktop\Techinoid\Slidexy-BE\generated-templates\photos\composer\swiftpay-solutions\photo-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5432" y="0"/>
            <a:ext cx="5486263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" y="1461211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payroll is time-consuming, prone to errors, and carries compliance risks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548626" y="217246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errors and penalties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26" y="2603754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 on administrative tasks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26" y="3035046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tax and labor laws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731520"/>
            <a:ext cx="5333867" cy="51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Seamless Solution</a:t>
            </a:r>
            <a:endParaRPr lang="en-US" sz="3400" dirty="0"/>
          </a:p>
        </p:txBody>
      </p:sp>
      <p:pic>
        <p:nvPicPr>
          <p:cNvPr id="4" name="Image 0" descr="C:\Users\SP Grid\Desktop\Techinoid\Slidexy-BE\generated-templates\photos\composer\swiftpay-solutions\photo-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86263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48" y="1461211"/>
            <a:ext cx="5333867" cy="49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SwiftPay Solutions automates your payroll, ensuring accuracy, compliance, and significant time savings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Text 4"/>
          <p:cNvSpPr/>
          <p:nvPr/>
        </p:nvSpPr>
        <p:spPr>
          <a:xfrm>
            <a:off x="6095848" y="2172462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direct deposits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5848" y="2603754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tax filing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5848" y="3035046"/>
            <a:ext cx="5333867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online portal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548640"/>
            <a:ext cx="1109444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Businesses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2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62301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962301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Payments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75976" y="126553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5000+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7375976" y="192024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Served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26" y="2378050"/>
            <a:ext cx="11094443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thousands of businesses that rely on SwiftPay Solutions for their payroll needs.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2133600"/>
            <a:ext cx="76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26" y="2497531"/>
            <a:ext cx="7619810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Effortless Payroll?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3314090"/>
            <a:ext cx="761981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today for a personalized demo and discover the SwiftPay difference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SwiftPay Solutions: A corporate payroll company</dc:title>
  <dc:subject>PptxGenJS Presentation</dc:subject>
  <dc:creator>PptxGenJS</dc:creator>
  <cp:lastModifiedBy>PptxGenJS</cp:lastModifiedBy>
  <cp:revision>1</cp:revision>
  <dcterms:created xsi:type="dcterms:W3CDTF">2026-10-27T16:57:35Z</dcterms:created>
  <dcterms:modified xsi:type="dcterms:W3CDTF">2026-10-27T16:57:35Z</dcterms:modified>
</cp:coreProperties>
</file>