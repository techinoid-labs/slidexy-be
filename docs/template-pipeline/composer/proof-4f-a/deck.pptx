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image" Target="../media/image-8-3.jpg"/><Relationship Id="rId4" Type="http://schemas.openxmlformats.org/officeDocument/2006/relationships/image" Target="../media/image-8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E"/>
          </a:solidFill>
          <a:ln/>
        </p:spPr>
      </p:sp>
      <p:pic>
        <p:nvPicPr>
          <p:cNvPr id="3" name="Image 0" descr="C:\Users\SP Grid\Desktop\Techinoid\Slidexy-BE\generated-templates\photos\composer\ledgerflow-systems\photo-01.jpg">    </p:cNvPr>
          <p:cNvPicPr>
            <a:picLocks noChangeAspect="1"/>
          </p:cNvPicPr>
          <p:nvPr/>
        </p:nvPicPr>
        <p:blipFill>
          <a:blip r:embed="rId1"/>
          <a:srcRect l="24082" r="24082" t="0" b="0"/>
          <a:stretch/>
        </p:blipFill>
        <p:spPr>
          <a:xfrm>
            <a:off x="6857829" y="0"/>
            <a:ext cx="5333867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37157" cy="6858000"/>
          </a:xfrm>
          <a:prstGeom prst="rect">
            <a:avLst/>
          </a:prstGeom>
          <a:solidFill>
            <a:srgbClr val="8A8175"/>
          </a:solidFill>
          <a:ln/>
        </p:spPr>
      </p:sp>
      <p:sp>
        <p:nvSpPr>
          <p:cNvPr id="5" name="Text 2"/>
          <p:cNvSpPr/>
          <p:nvPr/>
        </p:nvSpPr>
        <p:spPr>
          <a:xfrm>
            <a:off x="548626" y="548640"/>
            <a:ext cx="579105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spc="100" kern="0" dirty="0">
                <a:solidFill>
                  <a:srgbClr val="5C56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CORPORATE PAYROLL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0" y="0"/>
            <a:ext cx="365751" cy="6858000"/>
          </a:xfrm>
          <a:prstGeom prst="rect">
            <a:avLst/>
          </a:prstGeom>
          <a:solidFill>
            <a:srgbClr val="8A8175"/>
          </a:solidFill>
          <a:ln/>
        </p:spPr>
      </p:sp>
      <p:sp>
        <p:nvSpPr>
          <p:cNvPr id="7" name="Text 4"/>
          <p:cNvSpPr/>
          <p:nvPr/>
        </p:nvSpPr>
        <p:spPr>
          <a:xfrm>
            <a:off x="548626" y="943051"/>
            <a:ext cx="5791055" cy="1689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800" b="1" dirty="0">
                <a:solidFill>
                  <a:srgbClr val="1C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LedgerFlow Systems</a:t>
            </a:r>
            <a:endParaRPr lang="en-US" sz="5800" dirty="0"/>
          </a:p>
        </p:txBody>
      </p:sp>
      <p:sp>
        <p:nvSpPr>
          <p:cNvPr id="8" name="Text 5"/>
          <p:cNvSpPr/>
          <p:nvPr/>
        </p:nvSpPr>
        <p:spPr>
          <a:xfrm>
            <a:off x="548626" y="2846222"/>
            <a:ext cx="5791055" cy="31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5C56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Simplify compensation management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E"/>
          </a:solidFill>
          <a:ln/>
        </p:spPr>
      </p:sp>
      <p:sp>
        <p:nvSpPr>
          <p:cNvPr id="3" name="Text 1"/>
          <p:cNvSpPr/>
          <p:nvPr/>
        </p:nvSpPr>
        <p:spPr>
          <a:xfrm>
            <a:off x="731502" y="731520"/>
            <a:ext cx="10667733" cy="5900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1C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02" y="1504493"/>
            <a:ext cx="10667733" cy="293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1C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Mission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365751" cy="6858000"/>
          </a:xfrm>
          <a:prstGeom prst="rect">
            <a:avLst/>
          </a:prstGeom>
          <a:solidFill>
            <a:srgbClr val="8A8175"/>
          </a:solidFill>
          <a:ln/>
        </p:spPr>
      </p:sp>
      <p:sp>
        <p:nvSpPr>
          <p:cNvPr id="6" name="Text 4"/>
          <p:cNvSpPr/>
          <p:nvPr/>
        </p:nvSpPr>
        <p:spPr>
          <a:xfrm>
            <a:off x="731502" y="1980743"/>
            <a:ext cx="10667733" cy="293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1C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02" y="2456993"/>
            <a:ext cx="10667733" cy="293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1C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1502" y="2933243"/>
            <a:ext cx="10667733" cy="293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1C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of Impact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1502" y="3409493"/>
            <a:ext cx="10667733" cy="293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1C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Model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E"/>
          </a:solidFill>
          <a:ln/>
        </p:spPr>
      </p:sp>
      <p:sp>
        <p:nvSpPr>
          <p:cNvPr id="3" name="Text 1"/>
          <p:cNvSpPr/>
          <p:nvPr/>
        </p:nvSpPr>
        <p:spPr>
          <a:xfrm>
            <a:off x="731502" y="1219200"/>
            <a:ext cx="107286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spc="100" kern="0" dirty="0">
                <a:solidFill>
                  <a:srgbClr val="5C56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MISSION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02" y="1633728"/>
            <a:ext cx="10728692" cy="25347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800" b="1" dirty="0">
                <a:solidFill>
                  <a:srgbClr val="1C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simplify compensation, ensuring full financial transparency for all teams</a:t>
            </a:r>
            <a:endParaRPr lang="en-US" sz="5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365751" cy="6858000"/>
          </a:xfrm>
          <a:prstGeom prst="rect">
            <a:avLst/>
          </a:prstGeom>
          <a:solidFill>
            <a:srgbClr val="8A8175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E"/>
          </a:solidFill>
          <a:ln/>
        </p:spPr>
      </p:sp>
      <p:sp>
        <p:nvSpPr>
          <p:cNvPr id="3" name="Text 1"/>
          <p:cNvSpPr/>
          <p:nvPr/>
        </p:nvSpPr>
        <p:spPr>
          <a:xfrm>
            <a:off x="6095848" y="731520"/>
            <a:ext cx="5333867" cy="1032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1C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Complexity masks risk in traditional payroll met</a:t>
            </a:r>
            <a:endParaRPr lang="en-US" sz="3400" dirty="0"/>
          </a:p>
        </p:txBody>
      </p:sp>
      <p:pic>
        <p:nvPicPr>
          <p:cNvPr id="4" name="Image 0" descr="C:\Users\SP Grid\Desktop\Techinoid\Slidexy-BE\generated-templates\photos\composer\ledgerflow-systems\photo-02.jpg">    </p:cNvPr>
          <p:cNvPicPr>
            <a:picLocks noChangeAspect="1"/>
          </p:cNvPicPr>
          <p:nvPr/>
        </p:nvPicPr>
        <p:blipFill>
          <a:blip r:embed="rId1"/>
          <a:srcRect l="23341" r="23341" t="0" b="0"/>
          <a:stretch/>
        </p:blipFill>
        <p:spPr>
          <a:xfrm>
            <a:off x="0" y="0"/>
            <a:ext cx="5486263" cy="6858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5848" y="1977542"/>
            <a:ext cx="5333867" cy="248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5C56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Legacy systems hide compliance gaps, causing trust erosion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0" y="0"/>
            <a:ext cx="365751" cy="6858000"/>
          </a:xfrm>
          <a:prstGeom prst="rect">
            <a:avLst/>
          </a:prstGeom>
          <a:solidFill>
            <a:srgbClr val="8A8175"/>
          </a:solidFill>
          <a:ln/>
        </p:spPr>
      </p:sp>
      <p:sp>
        <p:nvSpPr>
          <p:cNvPr id="7" name="Text 4"/>
          <p:cNvSpPr/>
          <p:nvPr/>
        </p:nvSpPr>
        <p:spPr>
          <a:xfrm>
            <a:off x="6095848" y="2439848"/>
            <a:ext cx="5333867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C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Opaque calculations for employees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095848" y="2871140"/>
            <a:ext cx="5333867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C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error in tax filings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095848" y="3302432"/>
            <a:ext cx="5333867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C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Delays in disbursement processing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26" y="731520"/>
            <a:ext cx="5333867" cy="885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900" b="1" dirty="0">
                <a:solidFill>
                  <a:srgbClr val="1C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LedgerFlow automates transparency for every stak</a:t>
            </a:r>
            <a:endParaRPr lang="en-US" sz="2900" dirty="0"/>
          </a:p>
        </p:txBody>
      </p:sp>
      <p:pic>
        <p:nvPicPr>
          <p:cNvPr id="4" name="Image 0" descr="C:\Users\SP Grid\Desktop\Techinoid\Slidexy-BE\generated-templates\photos\composer\ledgerflow-systems\photo-03.jpg">    </p:cNvPr>
          <p:cNvPicPr>
            <a:picLocks noChangeAspect="1"/>
          </p:cNvPicPr>
          <p:nvPr/>
        </p:nvPicPr>
        <p:blipFill>
          <a:blip r:embed="rId1"/>
          <a:srcRect l="23341" r="23341" t="0" b="0"/>
          <a:stretch/>
        </p:blipFill>
        <p:spPr>
          <a:xfrm>
            <a:off x="6705432" y="0"/>
            <a:ext cx="5486263" cy="6858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26" y="1830019"/>
            <a:ext cx="5333867" cy="248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5C56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visibility and automated compliance checks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0" y="0"/>
            <a:ext cx="365751" cy="6858000"/>
          </a:xfrm>
          <a:prstGeom prst="rect">
            <a:avLst/>
          </a:prstGeom>
          <a:solidFill>
            <a:srgbClr val="8A8175"/>
          </a:solidFill>
          <a:ln/>
        </p:spPr>
      </p:sp>
      <p:sp>
        <p:nvSpPr>
          <p:cNvPr id="7" name="Text 4"/>
          <p:cNvSpPr/>
          <p:nvPr/>
        </p:nvSpPr>
        <p:spPr>
          <a:xfrm>
            <a:off x="548626" y="2292325"/>
            <a:ext cx="5333867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C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pay stub access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26" y="2723617"/>
            <a:ext cx="5333867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C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tax reconciliation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26" y="3154909"/>
            <a:ext cx="5333867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C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multi-entity management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E"/>
          </a:solidFill>
          <a:ln/>
        </p:spPr>
      </p:sp>
      <p:sp>
        <p:nvSpPr>
          <p:cNvPr id="3" name="Text 1"/>
          <p:cNvSpPr/>
          <p:nvPr/>
        </p:nvSpPr>
        <p:spPr>
          <a:xfrm>
            <a:off x="1904952" y="1219200"/>
            <a:ext cx="8381790" cy="1433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800" b="1" dirty="0">
                <a:solidFill>
                  <a:srgbClr val="1C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99.8%</a:t>
            </a:r>
            <a:endParaRPr lang="en-US" sz="10800" dirty="0"/>
          </a:p>
        </p:txBody>
      </p:sp>
      <p:sp>
        <p:nvSpPr>
          <p:cNvPr id="4" name="Text 2"/>
          <p:cNvSpPr/>
          <p:nvPr/>
        </p:nvSpPr>
        <p:spPr>
          <a:xfrm>
            <a:off x="1904952" y="2804922"/>
            <a:ext cx="8381790" cy="347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C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365751" cy="6858000"/>
          </a:xfrm>
          <a:prstGeom prst="rect">
            <a:avLst/>
          </a:prstGeom>
          <a:solidFill>
            <a:srgbClr val="8A8175"/>
          </a:solidFill>
          <a:ln/>
        </p:spPr>
      </p:sp>
      <p:sp>
        <p:nvSpPr>
          <p:cNvPr id="6" name="Text 4"/>
          <p:cNvSpPr/>
          <p:nvPr/>
        </p:nvSpPr>
        <p:spPr>
          <a:xfrm>
            <a:off x="1904952" y="3304337"/>
            <a:ext cx="8381790" cy="248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5C56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across 12,000 monthly runs without manual intervention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E"/>
          </a:solidFill>
          <a:ln/>
        </p:spPr>
      </p:sp>
      <p:sp>
        <p:nvSpPr>
          <p:cNvPr id="3" name="Text 1"/>
          <p:cNvSpPr/>
          <p:nvPr/>
        </p:nvSpPr>
        <p:spPr>
          <a:xfrm>
            <a:off x="731502" y="548640"/>
            <a:ext cx="10667733" cy="442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900" b="1" dirty="0">
                <a:solidFill>
                  <a:srgbClr val="1C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Streamlined Onboarding Process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731502" y="1676400"/>
            <a:ext cx="2522157" cy="269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C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365751" cy="6858000"/>
          </a:xfrm>
          <a:prstGeom prst="rect">
            <a:avLst/>
          </a:prstGeom>
          <a:solidFill>
            <a:srgbClr val="8A8175"/>
          </a:solidFill>
          <a:ln/>
        </p:spPr>
      </p:sp>
      <p:sp>
        <p:nvSpPr>
          <p:cNvPr id="6" name="Text 4"/>
          <p:cNvSpPr/>
          <p:nvPr/>
        </p:nvSpPr>
        <p:spPr>
          <a:xfrm>
            <a:off x="731502" y="2068220"/>
            <a:ext cx="2522157" cy="203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C56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current payroll structure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467013" y="1676400"/>
            <a:ext cx="2522157" cy="269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C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467013" y="2068220"/>
            <a:ext cx="2522157" cy="203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C56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 historical data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202525" y="1676400"/>
            <a:ext cx="2522157" cy="269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C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202525" y="2068220"/>
            <a:ext cx="2522157" cy="203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C56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HR and accounting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E"/>
          </a:solidFill>
          <a:ln/>
        </p:spPr>
      </p:sp>
      <p:sp>
        <p:nvSpPr>
          <p:cNvPr id="3" name="Text 1"/>
          <p:cNvSpPr/>
          <p:nvPr/>
        </p:nvSpPr>
        <p:spPr>
          <a:xfrm>
            <a:off x="731502" y="548640"/>
            <a:ext cx="10667733" cy="442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900" b="1" dirty="0">
                <a:solidFill>
                  <a:srgbClr val="1C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 Team</a:t>
            </a:r>
            <a:endParaRPr lang="en-US" sz="2900" dirty="0"/>
          </a:p>
        </p:txBody>
      </p:sp>
      <p:pic>
        <p:nvPicPr>
          <p:cNvPr id="4" name="Image 0" descr="C:\Users\SP Grid\Desktop\Techinoid\Slidexy-BE\generated-templates\photos\composer\ledgerflow-systems\photo-04.jpg">    </p:cNvPr>
          <p:cNvPicPr>
            <a:picLocks noChangeAspect="1"/>
          </p:cNvPicPr>
          <p:nvPr/>
        </p:nvPicPr>
        <p:blipFill>
          <a:blip r:embed="rId1"/>
          <a:srcRect l="0" r="0" t="16653" b="16653"/>
          <a:stretch/>
        </p:blipFill>
        <p:spPr>
          <a:xfrm>
            <a:off x="1325847" y="1676400"/>
            <a:ext cx="1219170" cy="1219200"/>
          </a:xfrm>
          <a:prstGeom prst="ellipse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365751" cy="6858000"/>
          </a:xfrm>
          <a:prstGeom prst="rect">
            <a:avLst/>
          </a:prstGeom>
          <a:solidFill>
            <a:srgbClr val="8A8175"/>
          </a:solidFill>
          <a:ln/>
        </p:spPr>
      </p:sp>
      <p:sp>
        <p:nvSpPr>
          <p:cNvPr id="6" name="Text 3"/>
          <p:cNvSpPr/>
          <p:nvPr/>
        </p:nvSpPr>
        <p:spPr>
          <a:xfrm>
            <a:off x="731502" y="3017520"/>
            <a:ext cx="2407860" cy="2313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C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Sarah Chen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31502" y="3370783"/>
            <a:ext cx="2407860" cy="196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C56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Chief Executive Officer</a:t>
            </a:r>
            <a:endParaRPr lang="en-US" sz="1100" dirty="0"/>
          </a:p>
        </p:txBody>
      </p:sp>
      <p:pic>
        <p:nvPicPr>
          <p:cNvPr id="8" name="Image 1" descr="C:\Users\SP Grid\Desktop\Techinoid\Slidexy-BE\generated-templates\photos\composer\ledgerflow-systems\photo-05.jpg">    </p:cNvPr>
          <p:cNvPicPr>
            <a:picLocks noChangeAspect="1"/>
          </p:cNvPicPr>
          <p:nvPr/>
        </p:nvPicPr>
        <p:blipFill>
          <a:blip r:embed="rId2"/>
          <a:srcRect l="0" r="0" t="16653" b="16653"/>
          <a:stretch/>
        </p:blipFill>
        <p:spPr>
          <a:xfrm>
            <a:off x="4099458" y="1676400"/>
            <a:ext cx="1219170" cy="1219200"/>
          </a:xfrm>
          <a:prstGeom prst="ellipse">
            <a:avLst/>
          </a:prstGeom>
        </p:spPr>
      </p:pic>
      <p:sp>
        <p:nvSpPr>
          <p:cNvPr id="9" name="Text 5"/>
          <p:cNvSpPr/>
          <p:nvPr/>
        </p:nvSpPr>
        <p:spPr>
          <a:xfrm>
            <a:off x="3505112" y="3017520"/>
            <a:ext cx="2407860" cy="2313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C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David Ross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3505112" y="3370783"/>
            <a:ext cx="2407860" cy="196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C56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Chief Financial Officer</a:t>
            </a:r>
            <a:endParaRPr lang="en-US" sz="1100" dirty="0"/>
          </a:p>
        </p:txBody>
      </p:sp>
      <p:pic>
        <p:nvPicPr>
          <p:cNvPr id="11" name="Image 2" descr="C:\Users\SP Grid\Desktop\Techinoid\Slidexy-BE\generated-templates\photos\composer\ledgerflow-systems\photo-06.jpg">    </p:cNvPr>
          <p:cNvPicPr>
            <a:picLocks noChangeAspect="1"/>
          </p:cNvPicPr>
          <p:nvPr/>
        </p:nvPicPr>
        <p:blipFill>
          <a:blip r:embed="rId3"/>
          <a:srcRect l="0" r="0" t="16653" b="16653"/>
          <a:stretch/>
        </p:blipFill>
        <p:spPr>
          <a:xfrm>
            <a:off x="6873068" y="1676400"/>
            <a:ext cx="1219170" cy="1219200"/>
          </a:xfrm>
          <a:prstGeom prst="ellipse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278723" y="3017520"/>
            <a:ext cx="2407860" cy="2313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C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Elena Vance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6278723" y="3370783"/>
            <a:ext cx="2407860" cy="196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C56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Chief Technology Officer</a:t>
            </a:r>
            <a:endParaRPr lang="en-US" sz="1100" dirty="0"/>
          </a:p>
        </p:txBody>
      </p:sp>
      <p:pic>
        <p:nvPicPr>
          <p:cNvPr id="14" name="Image 3" descr="C:\Users\SP Grid\Desktop\Techinoid\Slidexy-BE\generated-templates\photos\composer\ledgerflow-systems\photo-07.jpg">    </p:cNvPr>
          <p:cNvPicPr>
            <a:picLocks noChangeAspect="1"/>
          </p:cNvPicPr>
          <p:nvPr/>
        </p:nvPicPr>
        <p:blipFill>
          <a:blip r:embed="rId4"/>
          <a:srcRect l="0" r="0" t="16653" b="16653"/>
          <a:stretch/>
        </p:blipFill>
        <p:spPr>
          <a:xfrm>
            <a:off x="9646679" y="1676400"/>
            <a:ext cx="1219170" cy="1219200"/>
          </a:xfrm>
          <a:prstGeom prst="ellipse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052334" y="3017520"/>
            <a:ext cx="2407860" cy="2313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C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Michael Lee</a:t>
            </a:r>
            <a:endParaRPr lang="en-US" sz="1400" dirty="0"/>
          </a:p>
        </p:txBody>
      </p:sp>
      <p:sp>
        <p:nvSpPr>
          <p:cNvPr id="16" name="Text 10"/>
          <p:cNvSpPr/>
          <p:nvPr/>
        </p:nvSpPr>
        <p:spPr>
          <a:xfrm>
            <a:off x="9052334" y="3370783"/>
            <a:ext cx="2407860" cy="196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C56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 of Operations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E"/>
          </a:solidFill>
          <a:ln/>
        </p:spPr>
      </p:sp>
      <p:sp>
        <p:nvSpPr>
          <p:cNvPr id="3" name="Text 1"/>
          <p:cNvSpPr/>
          <p:nvPr/>
        </p:nvSpPr>
        <p:spPr>
          <a:xfrm>
            <a:off x="731502" y="548640"/>
            <a:ext cx="10667733" cy="442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900" b="1" dirty="0">
                <a:solidFill>
                  <a:srgbClr val="1C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simplify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365751" cy="6858000"/>
          </a:xfrm>
          <a:prstGeom prst="rect">
            <a:avLst/>
          </a:prstGeom>
          <a:solidFill>
            <a:srgbClr val="8A8175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LedgerFlow Systems: A corporate payroll company</dc:title>
  <dc:subject>PptxGenJS Presentation</dc:subject>
  <dc:creator>PptxGenJS</dc:creator>
  <cp:lastModifiedBy>PptxGenJS</cp:lastModifiedBy>
  <cp:revision>1</cp:revision>
  <dcterms:created xsi:type="dcterms:W3CDTF">2026-10-27T18:24:57Z</dcterms:created>
  <dcterms:modified xsi:type="dcterms:W3CDTF">2026-10-27T18:24:57Z</dcterms:modified>
</cp:coreProperties>
</file>