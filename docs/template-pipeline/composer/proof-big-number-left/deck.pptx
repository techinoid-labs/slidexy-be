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1219200"/>
            <a:ext cx="6857829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31502" y="2674620"/>
            <a:ext cx="6857829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payroll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02" y="3142412"/>
            <a:ext cx="6857829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9" name="Shape 7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big-number left</dc:title>
  <dc:subject>PptxGenJS Presentation</dc:subject>
  <dc:creator>PptxGenJS</dc:creator>
  <cp:lastModifiedBy>PptxGenJS</cp:lastModifiedBy>
  <cp:revision>1</cp:revision>
  <dcterms:created xsi:type="dcterms:W3CDTF">2026-10-27T18:11:41Z</dcterms:created>
  <dcterms:modified xsi:type="dcterms:W3CDTF">2026-10-27T18:11:41Z</dcterms:modified>
</cp:coreProperties>
</file>