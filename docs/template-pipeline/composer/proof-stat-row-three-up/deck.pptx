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26" y="548640"/>
            <a:ext cx="10667733" cy="221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Payroll Solutions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26" y="2133600"/>
            <a:ext cx="30479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30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</a:t>
            </a:r>
            <a:endParaRPr lang="en-US" sz="4300" dirty="0"/>
          </a:p>
        </p:txBody>
      </p:sp>
      <p:sp>
        <p:nvSpPr>
          <p:cNvPr id="5" name="Text 3"/>
          <p:cNvSpPr/>
          <p:nvPr/>
        </p:nvSpPr>
        <p:spPr>
          <a:xfrm>
            <a:off x="548626" y="2895600"/>
            <a:ext cx="3047924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after rebuild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1886" y="2133600"/>
            <a:ext cx="30479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30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12d</a:t>
            </a:r>
            <a:endParaRPr lang="en-US" sz="4300" dirty="0"/>
          </a:p>
        </p:txBody>
      </p:sp>
      <p:sp>
        <p:nvSpPr>
          <p:cNvPr id="7" name="Text 5"/>
          <p:cNvSpPr/>
          <p:nvPr/>
        </p:nvSpPr>
        <p:spPr>
          <a:xfrm>
            <a:off x="4571886" y="2895600"/>
            <a:ext cx="3047924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close cycle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595145" y="2133600"/>
            <a:ext cx="30479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30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</a:t>
            </a:r>
            <a:endParaRPr lang="en-US" sz="4300" dirty="0"/>
          </a:p>
        </p:txBody>
      </p:sp>
      <p:sp>
        <p:nvSpPr>
          <p:cNvPr id="9" name="Text 7"/>
          <p:cNvSpPr/>
          <p:nvPr/>
        </p:nvSpPr>
        <p:spPr>
          <a:xfrm>
            <a:off x="8595145" y="2895600"/>
            <a:ext cx="3047924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payroll runs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26" y="5486400"/>
            <a:ext cx="10667733" cy="248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C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automate payroll, tax filings, and compliance for growing teams so founders spend less time on spreadsheets and more on people.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A8175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6842760"/>
            <a:ext cx="12191695" cy="45720"/>
          </a:xfrm>
          <a:prstGeom prst="rect">
            <a:avLst/>
          </a:prstGeom>
          <a:solidFill>
            <a:srgbClr val="8A8175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8A8175"/>
          </a:solidFill>
          <a:ln/>
        </p:spPr>
      </p:sp>
      <p:sp>
        <p:nvSpPr>
          <p:cNvPr id="14" name="Shape 12"/>
          <p:cNvSpPr/>
          <p:nvPr/>
        </p:nvSpPr>
        <p:spPr>
          <a:xfrm>
            <a:off x="12176456" y="0"/>
            <a:ext cx="45720" cy="6858000"/>
          </a:xfrm>
          <a:prstGeom prst="rect">
            <a:avLst/>
          </a:prstGeom>
          <a:solidFill>
            <a:srgbClr val="8A8175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Proof stat-row three-up</dc:title>
  <dc:subject>PptxGenJS Presentation</dc:subject>
  <dc:creator>PptxGenJS</dc:creator>
  <cp:lastModifiedBy>PptxGenJS</cp:lastModifiedBy>
  <cp:revision>1</cp:revision>
  <dcterms:created xsi:type="dcterms:W3CDTF">2026-10-27T16:00:27Z</dcterms:created>
  <dcterms:modified xsi:type="dcterms:W3CDTF">2026-10-27T16:00:27Z</dcterms:modified>
</cp:coreProperties>
</file>