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E"/>
          </a:solidFill>
          <a:ln/>
        </p:spPr>
      </p:sp>
      <p:sp>
        <p:nvSpPr>
          <p:cNvPr id="3" name="Text 1"/>
          <p:cNvSpPr/>
          <p:nvPr/>
        </p:nvSpPr>
        <p:spPr>
          <a:xfrm>
            <a:off x="914377" y="2133600"/>
            <a:ext cx="10362941" cy="965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8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914377" y="3224708"/>
            <a:ext cx="10362941" cy="633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3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Payroll Solutions</a:t>
            </a:r>
            <a:endParaRPr lang="en-US" sz="43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A8175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842760"/>
            <a:ext cx="12191695" cy="45720"/>
          </a:xfrm>
          <a:prstGeom prst="rect">
            <a:avLst/>
          </a:prstGeom>
          <a:solidFill>
            <a:srgbClr val="8A8175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8A8175"/>
          </a:solidFill>
          <a:ln/>
        </p:spPr>
      </p:sp>
      <p:sp>
        <p:nvSpPr>
          <p:cNvPr id="8" name="Shape 6"/>
          <p:cNvSpPr/>
          <p:nvPr/>
        </p:nvSpPr>
        <p:spPr>
          <a:xfrm>
            <a:off x="12176456" y="0"/>
            <a:ext cx="45720" cy="6858000"/>
          </a:xfrm>
          <a:prstGeom prst="rect">
            <a:avLst/>
          </a:prstGeom>
          <a:solidFill>
            <a:srgbClr val="8A8175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Proof divider number</dc:title>
  <dc:subject>PptxGenJS Presentation</dc:subject>
  <dc:creator>PptxGenJS</dc:creator>
  <cp:lastModifiedBy>PptxGenJS</cp:lastModifiedBy>
  <cp:revision>1</cp:revision>
  <dcterms:created xsi:type="dcterms:W3CDTF">2026-10-27T18:12:03Z</dcterms:created>
  <dcterms:modified xsi:type="dcterms:W3CDTF">2026-10-27T18:12:03Z</dcterms:modified>
</cp:coreProperties>
</file>