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731502" y="1219200"/>
            <a:ext cx="10728692" cy="2534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8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should disappear into the workday.</a:t>
            </a:r>
            <a:endParaRPr lang="en-US" sz="5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842760"/>
            <a:ext cx="12191695" cy="4572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7" name="Shape 5"/>
          <p:cNvSpPr/>
          <p:nvPr/>
        </p:nvSpPr>
        <p:spPr>
          <a:xfrm>
            <a:off x="12176456" y="0"/>
            <a:ext cx="45720" cy="6858000"/>
          </a:xfrm>
          <a:prstGeom prst="rect">
            <a:avLst/>
          </a:prstGeom>
          <a:solidFill>
            <a:srgbClr val="8A817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Proof statement left</dc:title>
  <dc:subject>PptxGenJS Presentation</dc:subject>
  <dc:creator>PptxGenJS</dc:creator>
  <cp:lastModifiedBy>PptxGenJS</cp:lastModifiedBy>
  <cp:revision>1</cp:revision>
  <dcterms:created xsi:type="dcterms:W3CDTF">2026-10-27T18:11:36Z</dcterms:created>
  <dcterms:modified xsi:type="dcterms:W3CDTF">2026-10-27T18:11:36Z</dcterms:modified>
</cp:coreProperties>
</file>