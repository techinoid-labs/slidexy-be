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943051"/>
            <a:ext cx="5791055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Solutions: Payroll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26" y="3691128"/>
            <a:ext cx="5791055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seamless and accurate payroll processing, freeing them to focus on growth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Mission: Empowering Your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 is dedicated to providing businesses with reliable and efficient payroll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you can trust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Time-saving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client support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Payroll Puzzle: Complexities &amp; Risks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48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payroll is prone to errors, compliance headaches, and drains valuable resources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48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human errors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Ever-changing regulations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48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administration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SwiftPay: Your Payroll Advantage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intuitive platform and expert team deliver stress-free payroll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439848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tax filings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2871140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deposit &amp; more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30243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548640"/>
            <a:ext cx="1109444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Results, Trusted Partners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2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payments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62301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962301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7597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737597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26" y="2378050"/>
            <a:ext cx="11094443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growing number of businesses that rely on SwiftPay Solutions for their payroll needs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2133600"/>
            <a:ext cx="76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26" y="2497531"/>
            <a:ext cx="761981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Streamline Your Payroll?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3947770"/>
            <a:ext cx="761981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how SwiftPay Solutions can transform your payroll process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2026-10-27T17:43:12Z</dcterms:created>
  <dcterms:modified xsi:type="dcterms:W3CDTF">2026-10-27T17:43:12Z</dcterms:modified>
</cp:coreProperties>
</file>