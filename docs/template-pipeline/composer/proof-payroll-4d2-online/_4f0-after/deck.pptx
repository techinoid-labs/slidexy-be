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57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26" y="548640"/>
            <a:ext cx="579105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943051"/>
            <a:ext cx="5791055" cy="253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SwiftPay Solutions: Payroll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26" y="3691128"/>
            <a:ext cx="5791055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businesses with seamless and accurate payroll processing, freeing them to focus on growth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731520"/>
            <a:ext cx="5333867" cy="10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Mission: Empowering Your Growth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26" y="1977542"/>
            <a:ext cx="5333867" cy="49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SwiftPay Solutions is dedicated to providing businesses with reliable and efficient payroll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2688793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you can trust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26" y="3120085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Time-saving automation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26" y="3551377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client support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48" y="731520"/>
            <a:ext cx="5333867" cy="10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Payroll Puzzle: Complexities &amp; Risks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48" y="1977542"/>
            <a:ext cx="5333867" cy="49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payroll is prone to errors, compliance headaches, and drains valuable resources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6095848" y="2688793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human errors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3120085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Ever-changing regulations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5848" y="3551377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 administration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731520"/>
            <a:ext cx="5333867" cy="103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SwiftPay: Your Payroll Advantage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26" y="1977542"/>
            <a:ext cx="5333867" cy="2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intuitive platform and expert team deliver stress-free payroll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2439848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tax filings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26" y="2871140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deposit &amp; more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26" y="3302432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548640"/>
            <a:ext cx="11094443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Results, Trusted Partners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26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payments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62301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3962301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errors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75976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7375976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satisfaction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26" y="2378050"/>
            <a:ext cx="11094443" cy="2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growing number of businesses that rely on SwiftPay Solutions for their payroll needs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2133600"/>
            <a:ext cx="7619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26" y="2497531"/>
            <a:ext cx="7619810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00" b="1" dirty="0">
                <a:solidFill>
                  <a:srgbClr val="1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Streamline Your Payroll?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3947770"/>
            <a:ext cx="761981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5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how SwiftPay Solutions can transform your payroll process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SwiftPay Solutions: A corporate payroll company</dc:title>
  <dc:subject>PptxGenJS Presentation</dc:subject>
  <dc:creator>PptxGenJS</dc:creator>
  <cp:lastModifiedBy>PptxGenJS</cp:lastModifiedBy>
  <cp:revision>1</cp:revision>
  <dcterms:created xsi:type="dcterms:W3CDTF">2026-10-27T17:43:09Z</dcterms:created>
  <dcterms:modified xsi:type="dcterms:W3CDTF">2026-10-27T17:43:09Z</dcterms:modified>
</cp:coreProperties>
</file>