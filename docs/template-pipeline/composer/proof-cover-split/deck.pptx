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26" y="548640"/>
            <a:ext cx="579105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26" y="1219200"/>
            <a:ext cx="5791055" cy="1689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26" y="4267200"/>
            <a:ext cx="5791055" cy="95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payroll, tax filings, and compliance for growing teams so founders spend less time on spreadsheets and more on people.</a:t>
            </a:r>
            <a:endParaRPr lang="en-US" sz="1700" dirty="0"/>
          </a:p>
        </p:txBody>
      </p:sp>
      <p:pic>
        <p:nvPicPr>
          <p:cNvPr id="7" name="Image 0" descr="C:\Users\SP Grid\Desktop\Techinoid\Slidexy-BE\generated-templates\photos\composer\proof\landscape-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7829" y="0"/>
            <a:ext cx="5333867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1" name="Shape 8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cover split</dc:title>
  <dc:subject>PptxGenJS Presentation</dc:subject>
  <dc:creator>PptxGenJS</dc:creator>
  <cp:lastModifiedBy>PptxGenJS</cp:lastModifiedBy>
  <cp:revision>1</cp:revision>
  <dcterms:created xsi:type="dcterms:W3CDTF">2026-10-27T15:55:52Z</dcterms:created>
  <dcterms:modified xsi:type="dcterms:W3CDTF">2026-10-27T15:55:52Z</dcterms:modified>
</cp:coreProperties>
</file>