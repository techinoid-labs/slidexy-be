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1.jpg"/><Relationship Id="rId3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2900" dirty="0"/>
          </a:p>
        </p:txBody>
      </p:sp>
      <p:pic>
        <p:nvPicPr>
          <p:cNvPr id="4" name="Image 0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1"/>
          <a:srcRect l="16676" r="16676" t="0" b="0"/>
          <a:stretch/>
        </p:blipFill>
        <p:spPr>
          <a:xfrm>
            <a:off x="1788064" y="1676400"/>
            <a:ext cx="1219170" cy="12192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02" y="3017520"/>
            <a:ext cx="3332371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Morgan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02" y="3349676"/>
            <a:ext cx="3332371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100" dirty="0"/>
          </a:p>
        </p:txBody>
      </p:sp>
      <p:pic>
        <p:nvPicPr>
          <p:cNvPr id="7" name="Image 1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2"/>
          <a:srcRect l="16676" r="16676" t="0" b="0"/>
          <a:stretch/>
        </p:blipFill>
        <p:spPr>
          <a:xfrm>
            <a:off x="5486110" y="1676400"/>
            <a:ext cx="1219170" cy="121920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29624" y="3017520"/>
            <a:ext cx="3332371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Rivera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429624" y="3349676"/>
            <a:ext cx="3332371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Customer Success</a:t>
            </a:r>
            <a:endParaRPr lang="en-US" sz="1100" dirty="0"/>
          </a:p>
        </p:txBody>
      </p:sp>
      <p:pic>
        <p:nvPicPr>
          <p:cNvPr id="10" name="Image 2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3"/>
          <a:srcRect l="16676" r="16676" t="0" b="0"/>
          <a:stretch/>
        </p:blipFill>
        <p:spPr>
          <a:xfrm>
            <a:off x="9184233" y="1676400"/>
            <a:ext cx="1219170" cy="121920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7746" y="3017520"/>
            <a:ext cx="3332371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Nguyen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127746" y="3349676"/>
            <a:ext cx="3332371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Engineering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4" name="Shape 9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5" name="Shape 1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6" name="Shape 11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team-grid three</dc:title>
  <dc:subject>PptxGenJS Presentation</dc:subject>
  <dc:creator>PptxGenJS</dc:creator>
  <cp:lastModifiedBy>PptxGenJS</cp:lastModifiedBy>
  <cp:revision>1</cp:revision>
  <dcterms:created xsi:type="dcterms:W3CDTF">2026-10-27T18:11:58Z</dcterms:created>
  <dcterms:modified xsi:type="dcterms:W3CDTF">2026-10-27T18:11:58Z</dcterms:modified>
</cp:coreProperties>
</file>