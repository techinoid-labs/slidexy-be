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1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57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4" name="Text 2"/>
          <p:cNvSpPr/>
          <p:nvPr/>
        </p:nvSpPr>
        <p:spPr>
          <a:xfrm>
            <a:off x="548626" y="548640"/>
            <a:ext cx="685782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spc="100" kern="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26" y="1524000"/>
            <a:ext cx="10667733" cy="1056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1C19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Payroll Solutions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26" y="4267200"/>
            <a:ext cx="6248244" cy="633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C56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automate payroll, tax filings, and compliance for growing teams so founders spend less time on spreadsheets and more on people.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6842760"/>
            <a:ext cx="12191695" cy="4572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8A8175"/>
          </a:solidFill>
          <a:ln/>
        </p:spPr>
      </p:sp>
      <p:sp>
        <p:nvSpPr>
          <p:cNvPr id="10" name="Shape 8"/>
          <p:cNvSpPr/>
          <p:nvPr/>
        </p:nvSpPr>
        <p:spPr>
          <a:xfrm>
            <a:off x="12176456" y="0"/>
            <a:ext cx="45720" cy="6858000"/>
          </a:xfrm>
          <a:prstGeom prst="rect">
            <a:avLst/>
          </a:prstGeom>
          <a:solidFill>
            <a:srgbClr val="8A817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Proof cover word</dc:title>
  <dc:subject>PptxGenJS Presentation</dc:subject>
  <dc:creator>PptxGenJS</dc:creator>
  <cp:lastModifiedBy>PptxGenJS</cp:lastModifiedBy>
  <cp:revision>1</cp:revision>
  <dcterms:created xsi:type="dcterms:W3CDTF">2026-10-27T15:55:56Z</dcterms:created>
  <dcterms:modified xsi:type="dcterms:W3CDTF">2026-10-27T15:55:56Z</dcterms:modified>
</cp:coreProperties>
</file>