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26" y="548640"/>
            <a:ext cx="10667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100" kern="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26" y="943051"/>
            <a:ext cx="10667733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PayFlow Enterprise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26" y="2212543"/>
            <a:ext cx="10667733" cy="3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compensation, simplified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731520"/>
            <a:ext cx="10667733" cy="59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02" y="150449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Payroll Challenge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02" y="198074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PayFlow Solution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02" y="245699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02" y="293324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Performance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02" y="340949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02" y="3885743"/>
            <a:ext cx="10667733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1219200"/>
            <a:ext cx="10728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spc="100" kern="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02" y="1633728"/>
            <a:ext cx="10728692" cy="253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payroll creates global compliance risks and operational drag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2133600"/>
            <a:ext cx="10362941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100" kern="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02" y="548640"/>
            <a:ext cx="10667733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31502" y="1676400"/>
            <a:ext cx="337306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HRIS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6" name="Text 4"/>
          <p:cNvSpPr/>
          <p:nvPr/>
        </p:nvSpPr>
        <p:spPr>
          <a:xfrm>
            <a:off x="4409355" y="1676400"/>
            <a:ext cx="337306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Compliance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87209" y="1676400"/>
            <a:ext cx="3373061" cy="2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Payout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3" name="Text 1"/>
          <p:cNvSpPr/>
          <p:nvPr/>
        </p:nvSpPr>
        <p:spPr>
          <a:xfrm>
            <a:off x="914377" y="2133600"/>
            <a:ext cx="10362941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100" kern="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377" y="2568245"/>
            <a:ext cx="10362941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Pilot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PayFlow Enterprise: A corporate payroll company</dc:title>
  <dc:subject>PptxGenJS Presentation</dc:subject>
  <dc:creator>PptxGenJS</dc:creator>
  <cp:lastModifiedBy>PptxGenJS</cp:lastModifiedBy>
  <cp:revision>1</cp:revision>
  <dcterms:created xsi:type="dcterms:W3CDTF">2026-10-27T18:25:49Z</dcterms:created>
  <dcterms:modified xsi:type="dcterms:W3CDTF">2026-10-27T18:25:49Z</dcterms:modified>
</cp:coreProperties>
</file>