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Text 1"/>
          <p:cNvSpPr/>
          <p:nvPr/>
        </p:nvSpPr>
        <p:spPr>
          <a:xfrm>
            <a:off x="731502" y="548640"/>
            <a:ext cx="10667733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Payroll Solutions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31502" y="1676400"/>
            <a:ext cx="3373061" cy="2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02" y="2043608"/>
            <a:ext cx="3373061" cy="40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HRIS and bank details in a guided setup.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409355" y="1676400"/>
            <a:ext cx="3373061" cy="2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409355" y="2043608"/>
            <a:ext cx="3373061" cy="40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pay codes, taxes, and approval chains once.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87209" y="1676400"/>
            <a:ext cx="3373061" cy="2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087209" y="2043608"/>
            <a:ext cx="3373061" cy="40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 preview and fund payroll with one click.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842760"/>
            <a:ext cx="12191695" cy="4572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13" name="Shape 11"/>
          <p:cNvSpPr/>
          <p:nvPr/>
        </p:nvSpPr>
        <p:spPr>
          <a:xfrm>
            <a:off x="12176456" y="0"/>
            <a:ext cx="45720" cy="6858000"/>
          </a:xfrm>
          <a:prstGeom prst="rect">
            <a:avLst/>
          </a:prstGeom>
          <a:solidFill>
            <a:srgbClr val="8A817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Proof process three-step</dc:title>
  <dc:subject>PptxGenJS Presentation</dc:subject>
  <dc:creator>PptxGenJS</dc:creator>
  <cp:lastModifiedBy>PptxGenJS</cp:lastModifiedBy>
  <cp:revision>1</cp:revision>
  <dcterms:created xsi:type="dcterms:W3CDTF">2026-10-27T18:11:52Z</dcterms:created>
  <dcterms:modified xsi:type="dcterms:W3CDTF">2026-10-27T18:11:52Z</dcterms:modified>
</cp:coreProperties>
</file>