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generated-templates\photos\thematic\phase-3-payroll\landscape-01.jpg">    </p:cNvPr>
          <p:cNvPicPr>
            <a:picLocks noChangeAspect="1"/>
          </p:cNvPicPr>
          <p:nvPr/>
        </p:nvPicPr>
        <p:blipFill>
          <a:blip r:embed="rId1"/>
          <a:srcRect l="0" r="0" t="7800" b="780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3962400"/>
            <a:ext cx="12191695" cy="2895600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1E3A32"/>
          </a:solidFill>
          <a:ln/>
        </p:spPr>
      </p:sp>
      <p:sp>
        <p:nvSpPr>
          <p:cNvPr id="5" name="Text 2"/>
          <p:cNvSpPr/>
          <p:nvPr/>
        </p:nvSpPr>
        <p:spPr>
          <a:xfrm>
            <a:off x="365751" y="4724400"/>
            <a:ext cx="838179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00" b="1" dirty="0">
                <a:solidFill>
                  <a:srgbClr val="FFF9F4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SwiftPay Solutions</a:t>
            </a:r>
            <a:endParaRPr lang="en-US" sz="4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14247" y="-184861"/>
            <a:ext cx="3226456" cy="335371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1E3A3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941" y="686486"/>
            <a:ext cx="4473971" cy="54850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58744" y="1935175"/>
            <a:ext cx="4937103" cy="1039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00" b="1" spc="100" kern="0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Welcome SwiftPay</a:t>
            </a:r>
            <a:endParaRPr lang="en-US" sz="6100" dirty="0"/>
          </a:p>
        </p:txBody>
      </p:sp>
      <p:sp>
        <p:nvSpPr>
          <p:cNvPr id="7" name="Text 3"/>
          <p:cNvSpPr/>
          <p:nvPr/>
        </p:nvSpPr>
        <p:spPr>
          <a:xfrm>
            <a:off x="1158744" y="3046781"/>
            <a:ext cx="4754380" cy="2106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SwiftPay: Your payroll partner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14247" y="-184861"/>
            <a:ext cx="3226456" cy="335371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1E3A3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941" y="686486"/>
            <a:ext cx="4473971" cy="54850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58744" y="1913687"/>
            <a:ext cx="4688088" cy="1072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b="1" spc="100" kern="0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About SwiftPay</a:t>
            </a:r>
            <a:endParaRPr lang="en-US" sz="6300" dirty="0"/>
          </a:p>
        </p:txBody>
      </p:sp>
      <p:sp>
        <p:nvSpPr>
          <p:cNvPr id="7" name="Text 3"/>
          <p:cNvSpPr/>
          <p:nvPr/>
        </p:nvSpPr>
        <p:spPr>
          <a:xfrm>
            <a:off x="1158744" y="3046781"/>
            <a:ext cx="4754380" cy="2106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SwiftPay: Your payroll partner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14247" y="-184861"/>
            <a:ext cx="3226456" cy="335371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1E3A3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941" y="686486"/>
            <a:ext cx="4473971" cy="54850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55259" y="1919783"/>
            <a:ext cx="4989832" cy="802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700" b="1" spc="100" kern="0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Our Vision</a:t>
            </a:r>
            <a:endParaRPr lang="en-US" sz="4700" dirty="0"/>
          </a:p>
        </p:txBody>
      </p:sp>
      <p:sp>
        <p:nvSpPr>
          <p:cNvPr id="7" name="Text 3"/>
          <p:cNvSpPr/>
          <p:nvPr/>
        </p:nvSpPr>
        <p:spPr>
          <a:xfrm>
            <a:off x="1355259" y="2713253"/>
            <a:ext cx="4989832" cy="887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Seamless payroll empowerment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355259" y="3751021"/>
            <a:ext cx="4989832" cy="7535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00" b="1" spc="100" kern="0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Our Mission</a:t>
            </a:r>
            <a:endParaRPr lang="en-US" sz="4300" dirty="0"/>
          </a:p>
        </p:txBody>
      </p:sp>
      <p:sp>
        <p:nvSpPr>
          <p:cNvPr id="9" name="Text 5"/>
          <p:cNvSpPr/>
          <p:nvPr/>
        </p:nvSpPr>
        <p:spPr>
          <a:xfrm>
            <a:off x="1355259" y="4544492"/>
            <a:ext cx="4989832" cy="887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Seamless payroll empowerment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14247" y="-184861"/>
            <a:ext cx="3226456" cy="335371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1E3A3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941" y="686486"/>
            <a:ext cx="4473971" cy="54850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26705" y="2738933"/>
            <a:ext cx="463513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spc="100" kern="0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Industry Knowledge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1526705" y="3310433"/>
            <a:ext cx="4635130" cy="887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Seamless payroll empowerment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941808" y="1588313"/>
            <a:ext cx="4937103" cy="1039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00" b="1" spc="100" kern="0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Expertise</a:t>
            </a:r>
            <a:endParaRPr lang="en-US" sz="6100" dirty="0"/>
          </a:p>
        </p:txBody>
      </p:sp>
      <p:sp>
        <p:nvSpPr>
          <p:cNvPr id="9" name="Text 5"/>
          <p:cNvSpPr/>
          <p:nvPr/>
        </p:nvSpPr>
        <p:spPr>
          <a:xfrm>
            <a:off x="1526705" y="4430192"/>
            <a:ext cx="463513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spc="100" kern="0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Client Success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1526705" y="4963592"/>
            <a:ext cx="4635130" cy="887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Seamless payroll empowerment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14247" y="-184861"/>
            <a:ext cx="3226456" cy="335371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1E3A3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941" y="686486"/>
            <a:ext cx="4473971" cy="54850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68233" y="2808808"/>
            <a:ext cx="463513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spc="100" kern="0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Payroll Proc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1568233" y="3380308"/>
            <a:ext cx="4635130" cy="887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Seamless payroll empowerment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51229" y="1588313"/>
            <a:ext cx="4937103" cy="1039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00" b="1" spc="100" kern="0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Services</a:t>
            </a:r>
            <a:endParaRPr lang="en-US" sz="6100" dirty="0"/>
          </a:p>
        </p:txBody>
      </p:sp>
      <p:sp>
        <p:nvSpPr>
          <p:cNvPr id="9" name="Text 5"/>
          <p:cNvSpPr/>
          <p:nvPr/>
        </p:nvSpPr>
        <p:spPr>
          <a:xfrm>
            <a:off x="1568233" y="4499991"/>
            <a:ext cx="463513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spc="100" kern="0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HR Solutions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1568233" y="5033391"/>
            <a:ext cx="4635130" cy="887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Seamless payroll empowerment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14247" y="-184861"/>
            <a:ext cx="3226456" cy="335371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1E3A3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941" y="686486"/>
            <a:ext cx="4473971" cy="54850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68233" y="2808808"/>
            <a:ext cx="463513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spc="100" kern="0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SwiftPay Clients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1568233" y="3380308"/>
            <a:ext cx="4635130" cy="887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Seamless payroll empowerment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51229" y="1588313"/>
            <a:ext cx="5152058" cy="1039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00" b="1" spc="100" kern="0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Our Track Record</a:t>
            </a:r>
            <a:endParaRPr lang="en-US" sz="6100" dirty="0"/>
          </a:p>
        </p:txBody>
      </p:sp>
      <p:sp>
        <p:nvSpPr>
          <p:cNvPr id="9" name="Text 5"/>
          <p:cNvSpPr/>
          <p:nvPr/>
        </p:nvSpPr>
        <p:spPr>
          <a:xfrm>
            <a:off x="1568233" y="4499991"/>
            <a:ext cx="463513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spc="100" kern="0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Trusted Partners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1568233" y="5033391"/>
            <a:ext cx="4635130" cy="887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Seamless payroll empowerment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14247" y="-184861"/>
            <a:ext cx="3226456" cy="335371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1E3A3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941" y="686486"/>
            <a:ext cx="4473971" cy="54850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58744" y="1986534"/>
            <a:ext cx="4688088" cy="863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spc="100" kern="0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Recent Success</a:t>
            </a:r>
            <a:endParaRPr lang="en-US" sz="5000" dirty="0"/>
          </a:p>
        </p:txBody>
      </p:sp>
      <p:sp>
        <p:nvSpPr>
          <p:cNvPr id="7" name="Text 3"/>
          <p:cNvSpPr/>
          <p:nvPr/>
        </p:nvSpPr>
        <p:spPr>
          <a:xfrm>
            <a:off x="1158744" y="3046781"/>
            <a:ext cx="4754380" cy="2106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SwiftPay: Your payroll partner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14247" y="-184861"/>
            <a:ext cx="3226456" cy="335371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1E3A3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2120" y="1339977"/>
            <a:ext cx="3480958" cy="5518023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1429" y="1579169"/>
            <a:ext cx="481953" cy="59817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6236" y="1565148"/>
            <a:ext cx="88314" cy="87935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8284" y="2254682"/>
            <a:ext cx="45720" cy="295504"/>
          </a:xfrm>
          <a:prstGeom prst="rect">
            <a:avLst/>
          </a:prstGeom>
        </p:spPr>
      </p:pic>
      <p:pic>
        <p:nvPicPr>
          <p:cNvPr id="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8284" y="2770022"/>
            <a:ext cx="45720" cy="532943"/>
          </a:xfrm>
          <a:prstGeom prst="rect">
            <a:avLst/>
          </a:prstGeom>
        </p:spPr>
      </p:pic>
      <p:pic>
        <p:nvPicPr>
          <p:cNvPr id="1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8284" y="3419094"/>
            <a:ext cx="45720" cy="534772"/>
          </a:xfrm>
          <a:prstGeom prst="rect">
            <a:avLst/>
          </a:prstGeom>
        </p:spPr>
      </p:pic>
      <p:pic>
        <p:nvPicPr>
          <p:cNvPr id="1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18281" y="2945968"/>
            <a:ext cx="45720" cy="856640"/>
          </a:xfrm>
          <a:prstGeom prst="rect">
            <a:avLst/>
          </a:prstGeom>
        </p:spPr>
      </p:pic>
      <p:pic>
        <p:nvPicPr>
          <p:cNvPr id="1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66992" y="1304773"/>
            <a:ext cx="3551365" cy="5553227"/>
          </a:xfrm>
          <a:prstGeom prst="rect">
            <a:avLst/>
          </a:prstGeom>
        </p:spPr>
      </p:pic>
      <p:sp>
        <p:nvSpPr>
          <p:cNvPr id="13" name="Text 2"/>
          <p:cNvSpPr/>
          <p:nvPr/>
        </p:nvSpPr>
        <p:spPr>
          <a:xfrm>
            <a:off x="685783" y="1882140"/>
            <a:ext cx="5306588" cy="1439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00" b="1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Partner SwiftPay</a:t>
            </a:r>
            <a:endParaRPr lang="en-US" sz="5900" dirty="0"/>
          </a:p>
        </p:txBody>
      </p:sp>
      <p:sp>
        <p:nvSpPr>
          <p:cNvPr id="14" name="Text 3"/>
          <p:cNvSpPr/>
          <p:nvPr/>
        </p:nvSpPr>
        <p:spPr>
          <a:xfrm>
            <a:off x="1698379" y="3580257"/>
            <a:ext cx="3288786" cy="389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www.swiftpaysolutions.com</a:t>
            </a:r>
            <a:endParaRPr lang="en-US" sz="1700" dirty="0"/>
          </a:p>
        </p:txBody>
      </p:sp>
      <p:sp>
        <p:nvSpPr>
          <p:cNvPr id="15" name="Text 4"/>
          <p:cNvSpPr/>
          <p:nvPr/>
        </p:nvSpPr>
        <p:spPr>
          <a:xfrm>
            <a:off x="1698379" y="4008653"/>
            <a:ext cx="3288786" cy="389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contact@swiftpaysolutions.com</a:t>
            </a:r>
            <a:endParaRPr lang="en-US" sz="1700" dirty="0"/>
          </a:p>
        </p:txBody>
      </p:sp>
      <p:sp>
        <p:nvSpPr>
          <p:cNvPr id="16" name="Text 5"/>
          <p:cNvSpPr/>
          <p:nvPr/>
        </p:nvSpPr>
        <p:spPr>
          <a:xfrm>
            <a:off x="1698379" y="4417009"/>
            <a:ext cx="3288786" cy="389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@swiftpaysolutions</a:t>
            </a:r>
            <a:endParaRPr lang="en-US" sz="1700" dirty="0"/>
          </a:p>
        </p:txBody>
      </p:sp>
      <p:sp>
        <p:nvSpPr>
          <p:cNvPr id="17" name="Text 6"/>
          <p:cNvSpPr/>
          <p:nvPr/>
        </p:nvSpPr>
        <p:spPr>
          <a:xfrm>
            <a:off x="1698379" y="4819498"/>
            <a:ext cx="3288786" cy="389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+123-456-7890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4464" y="0"/>
            <a:ext cx="3366203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1E3A3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467" y="1168222"/>
            <a:ext cx="3828421" cy="469353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95178" y="2396261"/>
            <a:ext cx="5752651" cy="1554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00" b="1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Thank You</a:t>
            </a:r>
            <a:endParaRPr lang="en-US" sz="9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178" y="3958285"/>
            <a:ext cx="7794913" cy="77388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968063" y="4039819"/>
            <a:ext cx="3763957" cy="509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dirty="0">
                <a:solidFill>
                  <a:srgbClr val="F6F1E8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SwiftPay Team</a:t>
            </a:r>
            <a:endParaRPr lang="en-US" sz="2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SwiftPay Solutions: A corporate payroll company</dc:title>
  <dc:subject>PptxGenJS Presentation</dc:subject>
  <dc:creator>PptxGenJS</dc:creator>
  <cp:lastModifiedBy>PptxGenJS</cp:lastModifiedBy>
  <cp:revision>1</cp:revision>
  <dcterms:created xsi:type="dcterms:W3CDTF">2026-10-27T18:13:05Z</dcterms:created>
  <dcterms:modified xsi:type="dcterms:W3CDTF">2026-10-27T18:13:05Z</dcterms:modified>
</cp:coreProperties>
</file>