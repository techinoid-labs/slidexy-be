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SP Grid\Desktop\Techinoid\Slidexy-BE\docs\template-pipeline\shipping-preview\png\harbor-7\slide-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SP Grid\Desktop\Techinoid\Slidexy-BE\docs\template-pipeline\shipping-preview\png\harbor-7\slide-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SP Grid\Desktop\Techinoid\Slidexy-BE\docs\template-pipeline\shipping-preview\png\harbor-7\slide-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SP Grid\Desktop\Techinoid\Slidexy-BE\docs\template-pipeline\shipping-preview\png\harbor-7\slide-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SP Grid\Desktop\Techinoid\Slidexy-BE\docs\template-pipeline\shipping-preview\png\harbor-7\slide-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SP Grid\Desktop\Techinoid\Slidexy-BE\docs\template-pipeline\shipping-preview\png\harbor-7\slide-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2026-10-19T17:45:39Z</dcterms:created>
  <dcterms:modified xsi:type="dcterms:W3CDTF">2026-10-19T17:45:39Z</dcterms:modified>
</cp:coreProperties>
</file>